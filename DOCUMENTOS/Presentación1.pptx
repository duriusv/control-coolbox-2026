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C69C7080-7B1E-40BF-B4ED-4C1CD27493C6}">
          <p14:sldIdLst>
            <p14:sldId id="256"/>
            <p14:sldId id="258"/>
            <p14:sldId id="257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ws Berbesia Rojas" initials="ABR" lastIdx="1" clrIdx="0">
    <p:extLst>
      <p:ext uri="{19B8F6BF-5375-455C-9EA6-DF929625EA0E}">
        <p15:presenceInfo xmlns:p15="http://schemas.microsoft.com/office/powerpoint/2012/main" userId="56bf242a5524462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91" autoAdjust="0"/>
    <p:restoredTop sz="94660"/>
  </p:normalViewPr>
  <p:slideViewPr>
    <p:cSldViewPr snapToGrid="0">
      <p:cViewPr varScale="1">
        <p:scale>
          <a:sx n="65" d="100"/>
          <a:sy n="65" d="100"/>
        </p:scale>
        <p:origin x="804" y="-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07T07:18:15.382" idx="1">
    <p:pos x="7680" y="384"/>
    <p:text/>
    <p:extLst>
      <p:ext uri="{C676402C-5697-4E1C-873F-D02D1690AC5C}">
        <p15:threadingInfo xmlns:p15="http://schemas.microsoft.com/office/powerpoint/2012/main" timeZoneBias="24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B747C1-0D1C-46DB-9EC3-B6163428C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A73110-F585-4064-8C0D-52DB746E21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77B65F-A97A-45C3-B4B5-3B06FEE3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623FA-E2C1-4F72-86A8-23316B777576}" type="datetimeFigureOut">
              <a:rPr lang="es-PE" smtClean="0"/>
              <a:t>20/09/2026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62372E-C9FA-4D0C-B591-576AFB2CF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4BCA6D-FDFE-46EB-BBC8-EC9AD308A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87858-E5D7-4C79-9A76-9E69F2E81C7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31518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A6A4BB-1CB1-4C59-B4C4-2CFB699F8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E94299-1C49-4A5D-9AD1-67DC3D588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9B95CB-B6AF-4D14-8E6D-D95253B41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623FA-E2C1-4F72-86A8-23316B777576}" type="datetimeFigureOut">
              <a:rPr lang="es-PE" smtClean="0"/>
              <a:t>20/09/2026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9350CE-38DA-4630-A549-3E905E39F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60B40F-A78A-4EBA-AB92-0495E52C8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87858-E5D7-4C79-9A76-9E69F2E81C7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53156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0B3BA1-32D4-4616-8FD3-3810D0777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0BEFA5-F53E-463A-A41D-4357FD645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FAA6DB-BE8A-4228-8DD6-8CF6E754C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623FA-E2C1-4F72-86A8-23316B777576}" type="datetimeFigureOut">
              <a:rPr lang="es-PE" smtClean="0"/>
              <a:t>20/09/2026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82FD78-99AB-4275-B8DE-390A27007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C87ABB-5A3D-4A06-B101-9EF4897EF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87858-E5D7-4C79-9A76-9E69F2E81C7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23732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AF9CD8-CD28-4014-9036-762E63914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E40ABA-D483-48DA-8B02-47BC86746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9A4ECF9-75AE-4830-91E5-BA2B92B5C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37F6E8F-822A-4AED-9E15-7EEAF1416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623FA-E2C1-4F72-86A8-23316B777576}" type="datetimeFigureOut">
              <a:rPr lang="es-PE" smtClean="0"/>
              <a:t>20/09/2026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7191D8D-FA75-421C-8634-99E02753B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715FF95-3C58-497D-B8FA-3F2F96EDF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87858-E5D7-4C79-9A76-9E69F2E81C7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84829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F9ADE-8A5E-4A7C-A619-5D8D1B878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DC831F-3F0F-4F0D-A0A6-EF6DD8E11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C12E43D-3D92-4E47-A5F1-5735119B39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71FE28B-D547-4CB6-8DD8-7A1174A904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A607179-5764-4FF7-9008-7BF1D828BF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6570E73-42D2-4882-8605-0BEC147A9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623FA-E2C1-4F72-86A8-23316B777576}" type="datetimeFigureOut">
              <a:rPr lang="es-PE" smtClean="0"/>
              <a:t>20/09/2026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5FDDE29-EE4C-44EA-A05E-5C1A387E9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995A23E-1256-4B8F-B16A-EF2D2878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87858-E5D7-4C79-9A76-9E69F2E81C7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91731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FC5FFB-5E49-4849-8820-3146DFD72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9E6ADAF-3AD6-44E9-956E-075BF1A59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623FA-E2C1-4F72-86A8-23316B777576}" type="datetimeFigureOut">
              <a:rPr lang="es-PE" smtClean="0"/>
              <a:t>20/09/2026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8445AED-04A4-4443-9E4B-4DBE7445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E1F8EC8-FD23-4F4D-9E7B-3D3E773AB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87858-E5D7-4C79-9A76-9E69F2E81C7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942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0E641C7-A159-48B0-9945-CD7930E00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623FA-E2C1-4F72-86A8-23316B777576}" type="datetimeFigureOut">
              <a:rPr lang="es-PE" smtClean="0"/>
              <a:t>20/09/2026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EF7D3CC-0BE9-4FCB-9E66-5DCACB87E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9D3C2F3-99A5-49AF-A65B-5F5973C4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87858-E5D7-4C79-9A76-9E69F2E81C7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30488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3CEA3-4CCF-4EC5-A8F6-4AC070874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984169-9449-4C7E-9210-1B27D281B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8F4996F-E923-46D2-A3B9-A2F631B49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2EE83C-B02E-4FC1-9AF1-E2EE749FD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623FA-E2C1-4F72-86A8-23316B777576}" type="datetimeFigureOut">
              <a:rPr lang="es-PE" smtClean="0"/>
              <a:t>20/09/2026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81124A1-5E61-41A2-98A8-C729A4B6F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0613509-2B2D-47E1-9107-82357A612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87858-E5D7-4C79-9A76-9E69F2E81C7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4970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E455BB-FAE2-4870-9B61-61BF6FB84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68F97D8-C5A5-4CB7-B5F8-989885838B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461B180-B3F1-474C-86CD-B9676CD570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2523FE-057F-4A60-8143-447D3CB01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623FA-E2C1-4F72-86A8-23316B777576}" type="datetimeFigureOut">
              <a:rPr lang="es-PE" smtClean="0"/>
              <a:t>20/09/2026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905D37-7E48-495C-9A07-274CC27F7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A4C526-60E6-4AE0-90F0-7AAE0A2E8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87858-E5D7-4C79-9A76-9E69F2E81C7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63614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370C97-80AB-495C-B07E-254E48F52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684AAE8-A003-45A1-8AAF-BF91CDF4B2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C055B9-4A1A-4A44-BA9C-FB7CA1A54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623FA-E2C1-4F72-86A8-23316B777576}" type="datetimeFigureOut">
              <a:rPr lang="es-PE" smtClean="0"/>
              <a:t>20/09/2026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6E23D5-8FFF-42D0-8488-13D3711BF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2D75E9-84F2-4D92-AAD4-D01A1C53D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87858-E5D7-4C79-9A76-9E69F2E81C7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59451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E3357FE-7654-49A1-9FFC-D66D8D2997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78EACB6-CE8C-4473-A53D-1504DA489F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1C32DA-AE8F-4866-A8D1-B0374ED6A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623FA-E2C1-4F72-86A8-23316B777576}" type="datetimeFigureOut">
              <a:rPr lang="es-PE" smtClean="0"/>
              <a:t>20/09/2026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930C68-3944-4ABE-89E6-8F69794EA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1291F8-D14B-44EA-AFD5-AA3253DE4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87858-E5D7-4C79-9A76-9E69F2E81C7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22570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C81EE81-4E6C-4C50-88D7-ABB005D99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A1D814E-735C-44AF-A94C-10C991068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E74187-BE91-4D31-B5E5-ABF8801047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7623FA-E2C1-4F72-86A8-23316B777576}" type="datetimeFigureOut">
              <a:rPr lang="es-PE" smtClean="0"/>
              <a:t>20/09/2026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387F97-D0E0-4B96-A779-4ABEEFF1A1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DB668B-3540-4972-90BB-538943CBC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87858-E5D7-4C79-9A76-9E69F2E81C7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08161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1ABB7FB-4042-49C8-8FAC-14CF5BEC5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7600"/>
            <a:ext cx="12192000" cy="5662804"/>
          </a:xfrm>
          <a:prstGeom prst="rect">
            <a:avLst/>
          </a:prstGeom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DA3F7CA7-D94B-4A9B-9BA9-4A56FFAC828F}"/>
              </a:ext>
            </a:extLst>
          </p:cNvPr>
          <p:cNvGrpSpPr/>
          <p:nvPr/>
        </p:nvGrpSpPr>
        <p:grpSpPr>
          <a:xfrm>
            <a:off x="9343599" y="671281"/>
            <a:ext cx="1381317" cy="614816"/>
            <a:chOff x="5405341" y="3052342"/>
            <a:chExt cx="1381318" cy="614816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EE1C531F-EE30-41D2-B933-52B21D5C97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05341" y="3190842"/>
              <a:ext cx="1381318" cy="476316"/>
            </a:xfrm>
            <a:prstGeom prst="rect">
              <a:avLst/>
            </a:prstGeom>
          </p:spPr>
        </p:pic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3F071891-95EE-4B0F-A3D1-91E4F0CCF41D}"/>
                </a:ext>
              </a:extLst>
            </p:cNvPr>
            <p:cNvSpPr txBox="1"/>
            <p:nvPr/>
          </p:nvSpPr>
          <p:spPr>
            <a:xfrm>
              <a:off x="5669378" y="3052342"/>
              <a:ext cx="88998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sz="900" b="1" dirty="0">
                  <a:latin typeface="Yu Gothic Light" panose="020B0300000000000000" pitchFamily="34" charset="-128"/>
                  <a:ea typeface="Yu Gothic Light" panose="020B0300000000000000" pitchFamily="34" charset="-128"/>
                </a:rPr>
                <a:t>Servicios para: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49454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1B056AD-CA9E-43E6-932D-9E34310E5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788" y="861654"/>
            <a:ext cx="2686425" cy="5134692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C35B7DB3-E507-4DB4-BD6B-3D2FE66CB4E6}"/>
              </a:ext>
            </a:extLst>
          </p:cNvPr>
          <p:cNvSpPr/>
          <p:nvPr/>
        </p:nvSpPr>
        <p:spPr>
          <a:xfrm>
            <a:off x="6518313" y="1035587"/>
            <a:ext cx="697735" cy="227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1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2F93E585-3CB6-4CD0-8B47-0F58AAC4DD05}"/>
              </a:ext>
            </a:extLst>
          </p:cNvPr>
          <p:cNvGrpSpPr/>
          <p:nvPr/>
        </p:nvGrpSpPr>
        <p:grpSpPr>
          <a:xfrm>
            <a:off x="6672520" y="1031470"/>
            <a:ext cx="418706" cy="191408"/>
            <a:chOff x="5669377" y="3052342"/>
            <a:chExt cx="454624" cy="206548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62A40440-900A-45D9-9CE7-17D861EED7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69377" y="3114509"/>
              <a:ext cx="418705" cy="144381"/>
            </a:xfrm>
            <a:prstGeom prst="rect">
              <a:avLst/>
            </a:prstGeom>
          </p:spPr>
        </p:pic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E20A803B-AE4C-4D3A-992D-60B621BCB8EF}"/>
                </a:ext>
              </a:extLst>
            </p:cNvPr>
            <p:cNvSpPr txBox="1"/>
            <p:nvPr/>
          </p:nvSpPr>
          <p:spPr>
            <a:xfrm>
              <a:off x="5669379" y="3052342"/>
              <a:ext cx="454622" cy="1494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sz="300" b="1" dirty="0">
                  <a:latin typeface="Yu Gothic Light" panose="020B0300000000000000" pitchFamily="34" charset="-128"/>
                  <a:ea typeface="Yu Gothic Light" panose="020B0300000000000000" pitchFamily="34" charset="-128"/>
                </a:rPr>
                <a:t>Servicios para: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9332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F86B7545-4B23-4B28-A32D-77ACD479B518}"/>
              </a:ext>
            </a:extLst>
          </p:cNvPr>
          <p:cNvGrpSpPr/>
          <p:nvPr/>
        </p:nvGrpSpPr>
        <p:grpSpPr>
          <a:xfrm>
            <a:off x="5405343" y="3052342"/>
            <a:ext cx="1381317" cy="614816"/>
            <a:chOff x="5405341" y="3052342"/>
            <a:chExt cx="1381318" cy="614816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33CBD1FB-2347-4A16-9A80-76CC0BA11A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05341" y="3190842"/>
              <a:ext cx="1381318" cy="476316"/>
            </a:xfrm>
            <a:prstGeom prst="rect">
              <a:avLst/>
            </a:prstGeom>
          </p:spPr>
        </p:pic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BEA5CD51-8DD0-4C0B-8F60-1CCAA99E75B5}"/>
                </a:ext>
              </a:extLst>
            </p:cNvPr>
            <p:cNvSpPr txBox="1"/>
            <p:nvPr/>
          </p:nvSpPr>
          <p:spPr>
            <a:xfrm>
              <a:off x="5669378" y="3052342"/>
              <a:ext cx="88998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sz="900" b="1" dirty="0">
                  <a:latin typeface="Yu Gothic Light" panose="020B0300000000000000" pitchFamily="34" charset="-128"/>
                  <a:ea typeface="Yu Gothic Light" panose="020B0300000000000000" pitchFamily="34" charset="-128"/>
                </a:rPr>
                <a:t>Servicios para: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9763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98EDC655-7393-4BBE-8FA0-6DB9D06B7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361" y="263026"/>
            <a:ext cx="9636958" cy="603016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863A853-9830-4CF0-B087-E812CD656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35" y="271041"/>
            <a:ext cx="2562583" cy="603016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9EA8B4A-0852-4157-A7D5-45AF93BD3F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8349" y="289951"/>
            <a:ext cx="3010320" cy="51456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B000008-D8DF-4B41-8CA4-033EEBC14516}"/>
              </a:ext>
            </a:extLst>
          </p:cNvPr>
          <p:cNvSpPr txBox="1"/>
          <p:nvPr/>
        </p:nvSpPr>
        <p:spPr>
          <a:xfrm>
            <a:off x="5617310" y="647439"/>
            <a:ext cx="816249" cy="1847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601" b="1" dirty="0">
                <a:latin typeface="Yu Gothic" panose="020B0400000000000000" pitchFamily="34" charset="-128"/>
                <a:ea typeface="Yu Gothic" panose="020B0400000000000000" pitchFamily="34" charset="-128"/>
              </a:rPr>
              <a:t>SERVICIO PARA: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09AE8D3-4A94-43B7-B340-0CB58CE0A6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3314" y="564809"/>
            <a:ext cx="1090777" cy="20893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67572BA-F100-4698-B416-BDE6E6D2C7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7482" y="804789"/>
            <a:ext cx="4893012" cy="390389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8BA333B-6EFC-4577-BE40-326F89B08D91}"/>
              </a:ext>
            </a:extLst>
          </p:cNvPr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8357826" y="503738"/>
            <a:ext cx="1080000" cy="54000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36D19359-3769-4647-81DC-197BC24D6F8A}"/>
              </a:ext>
            </a:extLst>
          </p:cNvPr>
          <p:cNvPicPr preferRelativeResize="0"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9595284" y="520867"/>
            <a:ext cx="1080000" cy="540000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76C52E09-3BEC-45BC-B06B-37C30DDD6E2F}"/>
              </a:ext>
            </a:extLst>
          </p:cNvPr>
          <p:cNvPicPr preferRelativeResize="0"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10840226" y="520458"/>
            <a:ext cx="1080000" cy="540000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327E13CA-C303-45BC-8128-1734DC61A29B}"/>
              </a:ext>
            </a:extLst>
          </p:cNvPr>
          <p:cNvPicPr preferRelativeResize="0"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10062590" y="1202828"/>
            <a:ext cx="1872000" cy="828000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274DD2A5-CFFF-4599-AB22-828E4F601D92}"/>
              </a:ext>
            </a:extLst>
          </p:cNvPr>
          <p:cNvPicPr preferRelativeResize="0"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10057358" y="2081761"/>
            <a:ext cx="1872000" cy="828000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01BD151B-DBFC-4E21-A118-2E9EBA30F99A}"/>
              </a:ext>
            </a:extLst>
          </p:cNvPr>
          <p:cNvPicPr preferRelativeResize="0"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10057358" y="2960694"/>
            <a:ext cx="1872000" cy="828000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5A0FF051-BD37-45DC-BA74-21BE0AF4ACF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19241" y="1210463"/>
            <a:ext cx="7308000" cy="482912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9B45B73A-D1A2-4890-A2C1-B9C8013983D3}"/>
              </a:ext>
            </a:extLst>
          </p:cNvPr>
          <p:cNvPicPr preferRelativeResize="0"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2705593" y="1735632"/>
            <a:ext cx="7308000" cy="2899493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AA468762-C956-4C43-AFCD-17389A75C1D3}"/>
              </a:ext>
            </a:extLst>
          </p:cNvPr>
          <p:cNvPicPr preferRelativeResize="0"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10057358" y="3816648"/>
            <a:ext cx="1872000" cy="828000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9072829C-48FF-4C40-83FC-CA0809B6A6D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05592" y="4652253"/>
            <a:ext cx="3677723" cy="1627428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DE1928DD-7D86-440F-900F-A859201474F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83313" y="4677378"/>
            <a:ext cx="2766700" cy="1602302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B2511AA9-BA74-4363-B546-C3C89523890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53526" y="4677380"/>
            <a:ext cx="2766700" cy="160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155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74D5DB8-387E-42F8-9E48-64776BFB5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8932"/>
            <a:ext cx="12192000" cy="564014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7217C0D-5E8E-4490-8429-4DDD4E8BB333}"/>
              </a:ext>
            </a:extLst>
          </p:cNvPr>
          <p:cNvSpPr txBox="1"/>
          <p:nvPr/>
        </p:nvSpPr>
        <p:spPr>
          <a:xfrm>
            <a:off x="2285999" y="6371303"/>
            <a:ext cx="65653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solidFill>
                  <a:srgbClr val="FF0000"/>
                </a:solidFill>
              </a:rPr>
              <a:t>Ajustar para que se perciba bien en la lectura, la barra de otras provincia y la leyenda están muy juntas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798E0121-628F-41B7-8E40-344BF8EA90BC}"/>
              </a:ext>
            </a:extLst>
          </p:cNvPr>
          <p:cNvSpPr/>
          <p:nvPr/>
        </p:nvSpPr>
        <p:spPr>
          <a:xfrm>
            <a:off x="2485104" y="5715001"/>
            <a:ext cx="3610898" cy="4277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1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B3AEBCA9-4F5E-45C7-BDAA-13FBD8854090}"/>
              </a:ext>
            </a:extLst>
          </p:cNvPr>
          <p:cNvCxnSpPr/>
          <p:nvPr/>
        </p:nvCxnSpPr>
        <p:spPr>
          <a:xfrm flipH="1" flipV="1">
            <a:off x="4837470" y="6142703"/>
            <a:ext cx="140110" cy="2286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D81BE99B-F7A6-4AD5-A6EE-6790C2A4E4F2}"/>
              </a:ext>
            </a:extLst>
          </p:cNvPr>
          <p:cNvCxnSpPr/>
          <p:nvPr/>
        </p:nvCxnSpPr>
        <p:spPr>
          <a:xfrm>
            <a:off x="2485102" y="2847974"/>
            <a:ext cx="7258972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9646836-C0C0-4A5D-B286-310F27DDA55D}"/>
              </a:ext>
            </a:extLst>
          </p:cNvPr>
          <p:cNvSpPr txBox="1"/>
          <p:nvPr/>
        </p:nvSpPr>
        <p:spPr>
          <a:xfrm>
            <a:off x="70886" y="3013500"/>
            <a:ext cx="2115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b="1" dirty="0">
                <a:solidFill>
                  <a:schemeClr val="bg1"/>
                </a:solidFill>
              </a:rPr>
              <a:t>Ajustar para que el botón de inspeccionar no se corte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9BA8A7DE-96FD-44C2-8C72-55B9469CC91B}"/>
              </a:ext>
            </a:extLst>
          </p:cNvPr>
          <p:cNvCxnSpPr>
            <a:cxnSpLocks/>
          </p:cNvCxnSpPr>
          <p:nvPr/>
        </p:nvCxnSpPr>
        <p:spPr>
          <a:xfrm flipV="1">
            <a:off x="1962150" y="2891269"/>
            <a:ext cx="1771650" cy="3530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A6F41FF-280A-47B2-913D-CD2B82D893FD}"/>
              </a:ext>
            </a:extLst>
          </p:cNvPr>
          <p:cNvSpPr txBox="1"/>
          <p:nvPr/>
        </p:nvSpPr>
        <p:spPr>
          <a:xfrm>
            <a:off x="0" y="3787170"/>
            <a:ext cx="2115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b="1" dirty="0">
                <a:solidFill>
                  <a:schemeClr val="bg1"/>
                </a:solidFill>
              </a:rPr>
              <a:t>Que se muestre un el conteo en segundos de la actualización o sincronización  del documento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B89B4D39-2AD2-4AFE-A717-A419C36F4921}"/>
              </a:ext>
            </a:extLst>
          </p:cNvPr>
          <p:cNvSpPr/>
          <p:nvPr/>
        </p:nvSpPr>
        <p:spPr>
          <a:xfrm>
            <a:off x="818227" y="5075802"/>
            <a:ext cx="962948" cy="32487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1"/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C980A451-CEE9-4E56-8392-85A8D02F1656}"/>
              </a:ext>
            </a:extLst>
          </p:cNvPr>
          <p:cNvCxnSpPr>
            <a:cxnSpLocks/>
          </p:cNvCxnSpPr>
          <p:nvPr/>
        </p:nvCxnSpPr>
        <p:spPr>
          <a:xfrm>
            <a:off x="1128500" y="4502750"/>
            <a:ext cx="328827" cy="5730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5BC7788-6EA6-4671-9C19-07AF24D43B6E}"/>
              </a:ext>
            </a:extLst>
          </p:cNvPr>
          <p:cNvSpPr txBox="1"/>
          <p:nvPr/>
        </p:nvSpPr>
        <p:spPr>
          <a:xfrm>
            <a:off x="818230" y="1162875"/>
            <a:ext cx="21152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b="1" dirty="0">
                <a:solidFill>
                  <a:schemeClr val="bg1"/>
                </a:solidFill>
              </a:rPr>
              <a:t>Quitar esta imagen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9CA78BF8-93B9-4B62-9AD4-BFE9029A67BE}"/>
              </a:ext>
            </a:extLst>
          </p:cNvPr>
          <p:cNvCxnSpPr>
            <a:cxnSpLocks/>
          </p:cNvCxnSpPr>
          <p:nvPr/>
        </p:nvCxnSpPr>
        <p:spPr>
          <a:xfrm flipH="1" flipV="1">
            <a:off x="609601" y="925227"/>
            <a:ext cx="208628" cy="3351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2448E559-EB98-415F-9CF7-99DBA7FADC2C}"/>
              </a:ext>
            </a:extLst>
          </p:cNvPr>
          <p:cNvSpPr/>
          <p:nvPr/>
        </p:nvSpPr>
        <p:spPr>
          <a:xfrm>
            <a:off x="85143" y="675390"/>
            <a:ext cx="514933" cy="38883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1"/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12617184-0F81-4DEF-BB1E-B3F16FA9AB42}"/>
              </a:ext>
            </a:extLst>
          </p:cNvPr>
          <p:cNvSpPr/>
          <p:nvPr/>
        </p:nvSpPr>
        <p:spPr>
          <a:xfrm>
            <a:off x="2323518" y="877389"/>
            <a:ext cx="1295982" cy="38883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1"/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8567CED0-57B4-4BF1-BA1D-AFD055428A03}"/>
              </a:ext>
            </a:extLst>
          </p:cNvPr>
          <p:cNvCxnSpPr>
            <a:cxnSpLocks/>
          </p:cNvCxnSpPr>
          <p:nvPr/>
        </p:nvCxnSpPr>
        <p:spPr>
          <a:xfrm flipH="1">
            <a:off x="3647371" y="486697"/>
            <a:ext cx="1009529" cy="3831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E5BFCCE-9C21-4E32-A42E-14DCFC47E710}"/>
              </a:ext>
            </a:extLst>
          </p:cNvPr>
          <p:cNvSpPr txBox="1"/>
          <p:nvPr/>
        </p:nvSpPr>
        <p:spPr>
          <a:xfrm>
            <a:off x="3878451" y="166405"/>
            <a:ext cx="9909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solidFill>
                  <a:srgbClr val="FF0000"/>
                </a:solidFill>
              </a:rPr>
              <a:t>Cambiar por </a:t>
            </a: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9EDF4479-09DF-4FFE-A786-4ED3A1662866}"/>
              </a:ext>
            </a:extLst>
          </p:cNvPr>
          <p:cNvGrpSpPr/>
          <p:nvPr/>
        </p:nvGrpSpPr>
        <p:grpSpPr>
          <a:xfrm>
            <a:off x="4733272" y="-19050"/>
            <a:ext cx="1381317" cy="614816"/>
            <a:chOff x="5405341" y="3052342"/>
            <a:chExt cx="1381318" cy="614816"/>
          </a:xfrm>
        </p:grpSpPr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2AD14651-50E5-4D41-850D-F652D1728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05341" y="3190842"/>
              <a:ext cx="1381318" cy="476316"/>
            </a:xfrm>
            <a:prstGeom prst="rect">
              <a:avLst/>
            </a:prstGeom>
          </p:spPr>
        </p:pic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0A255E28-42E7-425C-B397-EFF075B6D244}"/>
                </a:ext>
              </a:extLst>
            </p:cNvPr>
            <p:cNvSpPr txBox="1"/>
            <p:nvPr/>
          </p:nvSpPr>
          <p:spPr>
            <a:xfrm>
              <a:off x="5669378" y="3052342"/>
              <a:ext cx="88998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sz="900" b="1" dirty="0">
                  <a:latin typeface="Yu Gothic Light" panose="020B0300000000000000" pitchFamily="34" charset="-128"/>
                  <a:ea typeface="Yu Gothic Light" panose="020B0300000000000000" pitchFamily="34" charset="-128"/>
                </a:rPr>
                <a:t>Servicios para:</a:t>
              </a:r>
            </a:p>
          </p:txBody>
        </p:sp>
      </p:grpSp>
      <p:sp>
        <p:nvSpPr>
          <p:cNvPr id="31" name="CuadroTexto 30">
            <a:extLst>
              <a:ext uri="{FF2B5EF4-FFF2-40B4-BE49-F238E27FC236}">
                <a16:creationId xmlns:a16="http://schemas.microsoft.com/office/drawing/2014/main" id="{6357ADDA-5E19-415B-AA1B-1C27FB906E4B}"/>
              </a:ext>
            </a:extLst>
          </p:cNvPr>
          <p:cNvSpPr txBox="1"/>
          <p:nvPr/>
        </p:nvSpPr>
        <p:spPr>
          <a:xfrm>
            <a:off x="6242472" y="166405"/>
            <a:ext cx="4673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dirty="0">
                <a:solidFill>
                  <a:srgbClr val="FF0000"/>
                </a:solidFill>
              </a:rPr>
              <a:t>Que quede debidamente proporcionado al espacio y se entendible respetando que todo se vea sin usar la barra de desplazamiento vertical</a:t>
            </a:r>
          </a:p>
        </p:txBody>
      </p:sp>
    </p:spTree>
    <p:extLst>
      <p:ext uri="{BB962C8B-B14F-4D97-AF65-F5344CB8AC3E}">
        <p14:creationId xmlns:p14="http://schemas.microsoft.com/office/powerpoint/2010/main" val="1491786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769BBE5-608C-4AF0-8E90-677873D55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59" y="3413"/>
            <a:ext cx="10863351" cy="6858000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2E4F447E-66A7-4D9B-A815-FEB300B96EDD}"/>
              </a:ext>
            </a:extLst>
          </p:cNvPr>
          <p:cNvSpPr/>
          <p:nvPr/>
        </p:nvSpPr>
        <p:spPr>
          <a:xfrm>
            <a:off x="1201003" y="187659"/>
            <a:ext cx="2606722" cy="35825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1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9C1E286-24C9-40D5-96FC-E38E65907EAF}"/>
              </a:ext>
            </a:extLst>
          </p:cNvPr>
          <p:cNvSpPr txBox="1"/>
          <p:nvPr/>
        </p:nvSpPr>
        <p:spPr>
          <a:xfrm>
            <a:off x="6269049" y="84247"/>
            <a:ext cx="2115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900" b="1" dirty="0">
                <a:solidFill>
                  <a:schemeClr val="bg1"/>
                </a:solidFill>
              </a:rPr>
              <a:t>Solo colocar el nombre de la tienda, no repetir el código de la tienda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D71F0B77-7757-4E15-B7E6-24C209852493}"/>
              </a:ext>
            </a:extLst>
          </p:cNvPr>
          <p:cNvCxnSpPr>
            <a:cxnSpLocks/>
          </p:cNvCxnSpPr>
          <p:nvPr/>
        </p:nvCxnSpPr>
        <p:spPr>
          <a:xfrm flipH="1">
            <a:off x="3807726" y="187658"/>
            <a:ext cx="246132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8322154-5258-4039-9C3F-62E822121D3B}"/>
              </a:ext>
            </a:extLst>
          </p:cNvPr>
          <p:cNvSpPr txBox="1"/>
          <p:nvPr/>
        </p:nvSpPr>
        <p:spPr>
          <a:xfrm>
            <a:off x="6096000" y="516292"/>
            <a:ext cx="2461323" cy="400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1" b="1" dirty="0">
                <a:solidFill>
                  <a:schemeClr val="bg1"/>
                </a:solidFill>
              </a:rPr>
              <a:t>Cambiar para mostrar el estado del mantenimiento de la tienda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D114D0F-278E-484D-82AD-3F8968EF1E9A}"/>
              </a:ext>
            </a:extLst>
          </p:cNvPr>
          <p:cNvSpPr txBox="1"/>
          <p:nvPr/>
        </p:nvSpPr>
        <p:spPr>
          <a:xfrm>
            <a:off x="6404404" y="1677332"/>
            <a:ext cx="2906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b="1" dirty="0">
                <a:solidFill>
                  <a:srgbClr val="FF0000"/>
                </a:solidFill>
              </a:rPr>
              <a:t>Solo colocar el nombre de la tienda, no repetir el código de la tienda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9A722426-76B2-4743-99A3-DDFC1D2CB21D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4858252" y="516294"/>
            <a:ext cx="1237748" cy="2001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6CD02A1F-6E51-4678-A4B6-F526D54331E2}"/>
              </a:ext>
            </a:extLst>
          </p:cNvPr>
          <p:cNvCxnSpPr>
            <a:cxnSpLocks/>
          </p:cNvCxnSpPr>
          <p:nvPr/>
        </p:nvCxnSpPr>
        <p:spPr>
          <a:xfrm flipH="1" flipV="1">
            <a:off x="5568289" y="1583139"/>
            <a:ext cx="836116" cy="2320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4B3EF98B-C65E-43D9-B2F9-0ADFE563A54F}"/>
              </a:ext>
            </a:extLst>
          </p:cNvPr>
          <p:cNvSpPr/>
          <p:nvPr/>
        </p:nvSpPr>
        <p:spPr>
          <a:xfrm>
            <a:off x="627798" y="967857"/>
            <a:ext cx="10413243" cy="61528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1"/>
          </a:p>
        </p:txBody>
      </p:sp>
    </p:spTree>
    <p:extLst>
      <p:ext uri="{BB962C8B-B14F-4D97-AF65-F5344CB8AC3E}">
        <p14:creationId xmlns:p14="http://schemas.microsoft.com/office/powerpoint/2010/main" val="1738962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204EEF5-9FAC-4AD7-B290-99F626605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2714"/>
            <a:ext cx="12192000" cy="5652572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65264D8C-B317-4943-9B15-462A6E135A10}"/>
              </a:ext>
            </a:extLst>
          </p:cNvPr>
          <p:cNvSpPr/>
          <p:nvPr/>
        </p:nvSpPr>
        <p:spPr>
          <a:xfrm>
            <a:off x="2471596" y="2233741"/>
            <a:ext cx="1312754" cy="2659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1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DAE7A72-8A75-4F6B-96F7-3EE1FF230DBD}"/>
              </a:ext>
            </a:extLst>
          </p:cNvPr>
          <p:cNvSpPr txBox="1"/>
          <p:nvPr/>
        </p:nvSpPr>
        <p:spPr>
          <a:xfrm>
            <a:off x="7165342" y="2130331"/>
            <a:ext cx="2115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900" b="1" dirty="0">
                <a:solidFill>
                  <a:schemeClr val="bg1"/>
                </a:solidFill>
              </a:rPr>
              <a:t>Solo colocar el nombre de la tienda, no repetir el código de la tienda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E67449BA-23FA-4FCE-9308-D87A26165923}"/>
              </a:ext>
            </a:extLst>
          </p:cNvPr>
          <p:cNvCxnSpPr>
            <a:cxnSpLocks/>
          </p:cNvCxnSpPr>
          <p:nvPr/>
        </p:nvCxnSpPr>
        <p:spPr>
          <a:xfrm flipH="1">
            <a:off x="3784348" y="2233740"/>
            <a:ext cx="3380992" cy="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389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3DCF23A-01C1-4997-BF94-46AA57A56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7868"/>
            <a:ext cx="12192000" cy="5622265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92146FA3-2B9B-4680-A05F-E7082D45A3DD}"/>
              </a:ext>
            </a:extLst>
          </p:cNvPr>
          <p:cNvSpPr/>
          <p:nvPr/>
        </p:nvSpPr>
        <p:spPr>
          <a:xfrm>
            <a:off x="5840437" y="4383384"/>
            <a:ext cx="2758130" cy="25277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1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3785136-C223-42F3-A848-F790811959D3}"/>
              </a:ext>
            </a:extLst>
          </p:cNvPr>
          <p:cNvSpPr txBox="1"/>
          <p:nvPr/>
        </p:nvSpPr>
        <p:spPr>
          <a:xfrm>
            <a:off x="8807117" y="5189439"/>
            <a:ext cx="290916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900" b="1" dirty="0">
                <a:solidFill>
                  <a:srgbClr val="FF0000"/>
                </a:solidFill>
              </a:rPr>
              <a:t>Cambiar el cintillo “Supervisión: Jesús Silva &amp; Andrews Berbesia” por “Gerencia General: Jesús Silva – Gerencia Operaciones: Andrews Berbesia”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0DE382F6-4270-4EA5-8BD8-36A238D02BEF}"/>
              </a:ext>
            </a:extLst>
          </p:cNvPr>
          <p:cNvCxnSpPr>
            <a:cxnSpLocks/>
          </p:cNvCxnSpPr>
          <p:nvPr/>
        </p:nvCxnSpPr>
        <p:spPr>
          <a:xfrm flipH="1" flipV="1">
            <a:off x="7042486" y="4636157"/>
            <a:ext cx="1764631" cy="7379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2790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8161FED-1CE4-4804-9D3D-6D10A0347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759" y="518707"/>
            <a:ext cx="5058482" cy="5820587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6CE2F71-8468-4A95-A533-D94B217DA7C3}"/>
              </a:ext>
            </a:extLst>
          </p:cNvPr>
          <p:cNvSpPr/>
          <p:nvPr/>
        </p:nvSpPr>
        <p:spPr>
          <a:xfrm>
            <a:off x="4247709" y="818707"/>
            <a:ext cx="632636" cy="3827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1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66C78B5-89F7-46EF-9B7D-1E9F8A0A1C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6450" y="530653"/>
            <a:ext cx="1155620" cy="863716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03E63A42-FBE4-4E9C-92CF-92075B71B5A0}"/>
              </a:ext>
            </a:extLst>
          </p:cNvPr>
          <p:cNvSpPr/>
          <p:nvPr/>
        </p:nvSpPr>
        <p:spPr>
          <a:xfrm>
            <a:off x="6945224" y="818707"/>
            <a:ext cx="1302871" cy="3827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1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009B4ABA-AD41-4BF4-AF98-23A07FF155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3554" y="866771"/>
            <a:ext cx="651705" cy="286644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E18EDBFA-8DDE-49F4-9C39-AF50494118F9}"/>
              </a:ext>
            </a:extLst>
          </p:cNvPr>
          <p:cNvSpPr txBox="1"/>
          <p:nvPr/>
        </p:nvSpPr>
        <p:spPr>
          <a:xfrm>
            <a:off x="7379460" y="771125"/>
            <a:ext cx="57579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500" b="1" dirty="0">
                <a:latin typeface="Yu Gothic Light" panose="020B0300000000000000" pitchFamily="34" charset="-128"/>
                <a:ea typeface="Yu Gothic Light" panose="020B0300000000000000" pitchFamily="34" charset="-128"/>
              </a:rPr>
              <a:t>Servicios para: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CAC32A95-7AAC-499C-8370-B6304104B5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7045" y="2813736"/>
            <a:ext cx="4458322" cy="563958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6F6520DC-A1D4-404A-806C-D3527FF63C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7709" y="5058370"/>
            <a:ext cx="3707550" cy="384706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D4A11094-5888-46F9-9CD2-1BE328FD593D}"/>
              </a:ext>
            </a:extLst>
          </p:cNvPr>
          <p:cNvSpPr/>
          <p:nvPr/>
        </p:nvSpPr>
        <p:spPr>
          <a:xfrm>
            <a:off x="4207974" y="4493995"/>
            <a:ext cx="3791945" cy="4246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1"/>
          </a:p>
        </p:txBody>
      </p:sp>
    </p:spTree>
    <p:extLst>
      <p:ext uri="{BB962C8B-B14F-4D97-AF65-F5344CB8AC3E}">
        <p14:creationId xmlns:p14="http://schemas.microsoft.com/office/powerpoint/2010/main" val="937901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928B963-E479-4613-8915-7EACE497D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5" y="610995"/>
            <a:ext cx="12192000" cy="5636009"/>
          </a:xfrm>
          <a:prstGeom prst="rect">
            <a:avLst/>
          </a:prstGeom>
        </p:spPr>
      </p:pic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ECA34B99-BF91-4FA3-BC80-88323CB940B0}"/>
              </a:ext>
            </a:extLst>
          </p:cNvPr>
          <p:cNvSpPr/>
          <p:nvPr/>
        </p:nvSpPr>
        <p:spPr>
          <a:xfrm>
            <a:off x="11043576" y="757682"/>
            <a:ext cx="1145381" cy="50783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1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10DBC10-B7E4-4E18-BD55-FBA9AEFEB519}"/>
              </a:ext>
            </a:extLst>
          </p:cNvPr>
          <p:cNvSpPr txBox="1"/>
          <p:nvPr/>
        </p:nvSpPr>
        <p:spPr>
          <a:xfrm>
            <a:off x="7103844" y="103166"/>
            <a:ext cx="2909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900" b="1" dirty="0">
                <a:solidFill>
                  <a:srgbClr val="FF0000"/>
                </a:solidFill>
              </a:rPr>
              <a:t>Quitar este botón (imprimir)  y ajustar al espacio los botones de recarga datos y exportar Excel 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455C0302-5F13-4749-AF65-1A3B9CE168D8}"/>
              </a:ext>
            </a:extLst>
          </p:cNvPr>
          <p:cNvCxnSpPr>
            <a:cxnSpLocks/>
          </p:cNvCxnSpPr>
          <p:nvPr/>
        </p:nvCxnSpPr>
        <p:spPr>
          <a:xfrm>
            <a:off x="10013012" y="255181"/>
            <a:ext cx="1371600" cy="5025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4947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8F6DD2F-C0FD-4EA7-87D9-0E69F0BED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1361"/>
            <a:ext cx="12192000" cy="5675278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22302BF1-0AB5-4985-9302-9C5051CDE503}"/>
              </a:ext>
            </a:extLst>
          </p:cNvPr>
          <p:cNvSpPr/>
          <p:nvPr/>
        </p:nvSpPr>
        <p:spPr>
          <a:xfrm>
            <a:off x="8853308" y="2067867"/>
            <a:ext cx="3338692" cy="250413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801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936A749-20C0-4D78-90EF-407560A4BADE}"/>
              </a:ext>
            </a:extLst>
          </p:cNvPr>
          <p:cNvSpPr txBox="1"/>
          <p:nvPr/>
        </p:nvSpPr>
        <p:spPr>
          <a:xfrm>
            <a:off x="5388671" y="4960542"/>
            <a:ext cx="2909168" cy="2308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PE" sz="900" b="1" dirty="0">
                <a:solidFill>
                  <a:srgbClr val="FF0000"/>
                </a:solidFill>
              </a:rPr>
              <a:t>Esta sección tenga información real y actualizada, 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2A7E93F5-4625-42E8-8F18-5AE0B37FA7BF}"/>
              </a:ext>
            </a:extLst>
          </p:cNvPr>
          <p:cNvCxnSpPr>
            <a:cxnSpLocks/>
          </p:cNvCxnSpPr>
          <p:nvPr/>
        </p:nvCxnSpPr>
        <p:spPr>
          <a:xfrm flipV="1">
            <a:off x="8297840" y="4572001"/>
            <a:ext cx="2224814" cy="5732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7488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F2B5438-EBFA-4951-8BF5-229334887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965" y="566338"/>
            <a:ext cx="4086795" cy="572532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325AE9D-A688-4995-9922-CD947C046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415" y="566338"/>
            <a:ext cx="4086795" cy="5725324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24B73959-441F-41D2-910F-508B780D09EF}"/>
              </a:ext>
            </a:extLst>
          </p:cNvPr>
          <p:cNvSpPr/>
          <p:nvPr/>
        </p:nvSpPr>
        <p:spPr>
          <a:xfrm>
            <a:off x="6523630" y="1064525"/>
            <a:ext cx="3780430" cy="43126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BC60088-E63A-4F0A-B2F6-C59C032ED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009" y="1828799"/>
            <a:ext cx="3715784" cy="3702122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B1D37B48-A579-403A-B7E7-5BBC30E1E5E2}"/>
              </a:ext>
            </a:extLst>
          </p:cNvPr>
          <p:cNvSpPr txBox="1"/>
          <p:nvPr/>
        </p:nvSpPr>
        <p:spPr>
          <a:xfrm>
            <a:off x="1826778" y="208068"/>
            <a:ext cx="2909168" cy="2308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PE" sz="900" b="1" dirty="0">
                <a:solidFill>
                  <a:srgbClr val="FF0000"/>
                </a:solidFill>
              </a:rPr>
              <a:t>ASÍ SE VE ACTUALMENTE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6B6F0F5-4C07-40BE-B719-DD4E1E34CD89}"/>
              </a:ext>
            </a:extLst>
          </p:cNvPr>
          <p:cNvSpPr txBox="1"/>
          <p:nvPr/>
        </p:nvSpPr>
        <p:spPr>
          <a:xfrm>
            <a:off x="6918317" y="181803"/>
            <a:ext cx="2909168" cy="2308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PE" sz="900" b="1" dirty="0">
                <a:solidFill>
                  <a:srgbClr val="FF0000"/>
                </a:solidFill>
              </a:rPr>
              <a:t>QUIERO QUE SE VEA ASI</a:t>
            </a:r>
          </a:p>
        </p:txBody>
      </p:sp>
    </p:spTree>
    <p:extLst>
      <p:ext uri="{BB962C8B-B14F-4D97-AF65-F5344CB8AC3E}">
        <p14:creationId xmlns:p14="http://schemas.microsoft.com/office/powerpoint/2010/main" val="204669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70D2FC6-0E81-4AEB-B537-50272B81A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18" y="152014"/>
            <a:ext cx="8697539" cy="552527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5326FFA-412C-4F02-BA79-B511355D6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5651" y="47224"/>
            <a:ext cx="10069330" cy="573485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A52AAA2-BCBB-4F28-B7FF-39EDF4F65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69189" y="265047"/>
            <a:ext cx="12192000" cy="564014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32A1092-AF1D-4AAA-A52B-CA139726B9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6811" y="1169752"/>
            <a:ext cx="12192000" cy="567944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268E78F-9D1E-4898-94EE-923B8635FC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236000"/>
            <a:ext cx="12192000" cy="566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397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6609826-E3F1-4CC7-9B9E-B6FA37B25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85937" y="0"/>
            <a:ext cx="12192000" cy="564907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350C993-891B-4BCD-99C8-8EE200ADE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705" y="609206"/>
            <a:ext cx="9955014" cy="563958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96593B4-5E9A-4DEB-9D01-E8290D857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785937" y="2071300"/>
            <a:ext cx="8649907" cy="554432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7B36C88-4B0A-4319-9A89-B3DA776510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876" y="1995090"/>
            <a:ext cx="9297698" cy="562053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4FCE9CE-ED09-4DDD-9F57-19F2EEF76D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8889" y="0"/>
            <a:ext cx="6277851" cy="215295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99BBA6EB-5DA0-4358-B865-A3B0795710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295788" y="3532047"/>
            <a:ext cx="9259592" cy="564911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7AF6947C-2A36-4F69-8427-32F9B10B74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60838" y="4891370"/>
            <a:ext cx="12192000" cy="565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8963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3742</TotalTime>
  <Words>206</Words>
  <Application>Microsoft Office PowerPoint</Application>
  <PresentationFormat>Panorámica</PresentationFormat>
  <Paragraphs>21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Yu Gothic</vt:lpstr>
      <vt:lpstr>Yu Gothic Light</vt:lpstr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Andrews Berbesia Rojas</dc:creator>
  <cp:lastModifiedBy>Andrews Berbesia Rojas</cp:lastModifiedBy>
  <cp:revision>35</cp:revision>
  <dcterms:created xsi:type="dcterms:W3CDTF">2026-09-06T13:06:25Z</dcterms:created>
  <dcterms:modified xsi:type="dcterms:W3CDTF">2026-09-21T00:32:11Z</dcterms:modified>
</cp:coreProperties>
</file>